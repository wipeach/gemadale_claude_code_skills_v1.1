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16691788" r:id="rId3"/>
    <p:sldId id="16691789" r:id="rId4"/>
    <p:sldId id="16691790" r:id="rId5"/>
    <p:sldId id="16691791" r:id="rId6"/>
    <p:sldId id="16691792" r:id="rId7"/>
    <p:sldId id="16691793" r:id="rId8"/>
    <p:sldId id="16691794" r:id="rId9"/>
    <p:sldId id="16691795" r:id="rId10"/>
    <p:sldId id="16691796" r:id="rId11"/>
    <p:sldId id="16691797" r:id="rId12"/>
    <p:sldId id="16691798" r:id="rId13"/>
    <p:sldId id="1669179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8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66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4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3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1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89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37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6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732C8-7304-41BC-8C15-84199D6D1BE0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0D3A9-F372-4609-94BC-24C21C57E5F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B8D3CD-AB9E-4B43-A59A-B967D96AC4E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C11E0-8EB2-47B8-9539-C059A3A30E2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7D446B-3ED5-4224-9C28-3832EA7EB9EC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CA6D5-A907-49F0-84E1-E81EE47D9E3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168"/>
            <a:ext cx="10972800" cy="1144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599312"/>
            <a:ext cx="10972800" cy="452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7264"/>
            <a:ext cx="2844800" cy="363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4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2B05C74-BDFB-46EC-95E9-EB75BB1D7A4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7264"/>
            <a:ext cx="3860800" cy="363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4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7264"/>
            <a:ext cx="2844800" cy="36365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44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69F54EE-303A-4A12-88BA-8EE9052D9B8F}" type="slidenum">
              <a:rPr lang="zh-CN" altLang="en-US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1429" y="-57327"/>
            <a:ext cx="2969906" cy="78844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7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7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7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7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7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8005" algn="ctr" rtl="0" fontAlgn="base">
        <a:spcBef>
          <a:spcPct val="0"/>
        </a:spcBef>
        <a:spcAft>
          <a:spcPct val="0"/>
        </a:spcAft>
        <a:defRPr sz="527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96645" algn="ctr" rtl="0" fontAlgn="base">
        <a:spcBef>
          <a:spcPct val="0"/>
        </a:spcBef>
        <a:spcAft>
          <a:spcPct val="0"/>
        </a:spcAft>
        <a:defRPr sz="527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44650" algn="ctr" rtl="0" fontAlgn="base">
        <a:spcBef>
          <a:spcPct val="0"/>
        </a:spcBef>
        <a:spcAft>
          <a:spcPct val="0"/>
        </a:spcAft>
        <a:defRPr sz="527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93290" algn="ctr" rtl="0" fontAlgn="base">
        <a:spcBef>
          <a:spcPct val="0"/>
        </a:spcBef>
        <a:spcAft>
          <a:spcPct val="0"/>
        </a:spcAft>
        <a:defRPr sz="527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11480" indent="-4114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0965" indent="-27432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18970" indent="-27432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7610" indent="-27432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5615" indent="-274320" algn="l" defTabSz="10966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4255" indent="-274320" algn="l" defTabSz="10966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2260" indent="-274320" algn="l" defTabSz="10966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0900" indent="-274320" algn="l" defTabSz="10966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664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465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329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129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8993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3794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658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 w="12700">
          <a:noFill/>
        </a:ln>
      </a:spPr>
      <a:bodyPr wrap="square" anchor="ctr" anchorCtr="1">
        <a:spAutoFit/>
      </a:bodyPr>
      <a:lstStyle>
        <a:defPPr algn="ctr">
          <a:lnSpc>
            <a:spcPct val="150000"/>
          </a:lnSpc>
          <a:defRPr sz="1400" b="1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Calibri</vt:lpstr>
      <vt:lpstr>Arial Unicode MS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DREA07于友坤</dc:creator>
  <cp:lastModifiedBy>Eric</cp:lastModifiedBy>
  <cp:revision>9</cp:revision>
  <dcterms:created xsi:type="dcterms:W3CDTF">2025-04-28T03:59:00Z</dcterms:created>
  <dcterms:modified xsi:type="dcterms:W3CDTF">2026-02-02T03:49:24Z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95136D82757942DB88EC33C8EE64319E_12</vt:lpwstr>
  </property>
  <property fmtid="{D5CDD505-2E9C-101B-9397-08002B2CF9AE}" pid="3" name="KSOProductBuildVer">
    <vt:lpwstr>2052-12.1.0.24657</vt:lpwstr>
  </property>
</Properties>
</file>