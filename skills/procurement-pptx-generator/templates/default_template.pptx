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69178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6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4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3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89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3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6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32C8-7304-41BC-8C15-84199D6D1BE0}" type="datetimeFigureOut">
              <a:rPr lang="zh-CN" altLang="en-US"/>
              <a:pPr>
                <a:defRPr/>
              </a:pPr>
              <a:t>2026-1-29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0D3A9-F372-4609-94BC-24C21C57E5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99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8D3CD-AB9E-4B43-A59A-B967D96AC4E4}" type="datetimeFigureOut">
              <a:rPr lang="zh-CN" altLang="en-US"/>
              <a:pPr>
                <a:defRPr/>
              </a:pPr>
              <a:t>2026-1-29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C11E0-8EB2-47B8-9539-C059A3A30E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9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D446B-3ED5-4224-9C28-3832EA7EB9EC}" type="datetimeFigureOut">
              <a:rPr lang="zh-CN" altLang="en-US"/>
              <a:pPr>
                <a:defRPr/>
              </a:pPr>
              <a:t>2026-1-29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A6D5-A907-49F0-84E1-E81EE47D9E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75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86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735622-E67C-A056-DA1D-B4A825B6993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168"/>
            <a:ext cx="10972800" cy="114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599312"/>
            <a:ext cx="10972800" cy="45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264"/>
            <a:ext cx="2844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3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B05C74-BDFB-46EC-95E9-EB75BB1D7A44}" type="datetimeFigureOut">
              <a:rPr lang="zh-CN" altLang="en-US"/>
              <a:pPr>
                <a:defRPr/>
              </a:pPr>
              <a:t>2026-1-29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7264"/>
            <a:ext cx="3860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3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7264"/>
            <a:ext cx="2844800" cy="36365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39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9F54EE-303A-4A12-88BA-8EE9052D9B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2BBA6C-C5BD-9688-0DC2-5785993376A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429" y="-57327"/>
            <a:ext cx="2969906" cy="7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4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7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5pPr>
      <a:lvl6pPr marL="548320" algn="ctr" rtl="0" fontAlgn="base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6pPr>
      <a:lvl7pPr marL="1096640" algn="ctr" rtl="0" fontAlgn="base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7pPr>
      <a:lvl8pPr marL="1644960" algn="ctr" rtl="0" fontAlgn="base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8pPr>
      <a:lvl9pPr marL="2193280" algn="ctr" rtl="0" fontAlgn="base">
        <a:spcBef>
          <a:spcPct val="0"/>
        </a:spcBef>
        <a:spcAft>
          <a:spcPct val="0"/>
        </a:spcAft>
        <a:defRPr sz="527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11240" indent="-41124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38" kern="1200">
          <a:solidFill>
            <a:schemeClr val="tx1"/>
          </a:solidFill>
          <a:latin typeface="+mn-lt"/>
          <a:ea typeface="+mn-ea"/>
          <a:cs typeface="+mn-cs"/>
        </a:defRPr>
      </a:lvl1pPr>
      <a:lvl2pPr marL="891020" indent="-3427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58" kern="1200">
          <a:solidFill>
            <a:schemeClr val="tx1"/>
          </a:solidFill>
          <a:latin typeface="+mn-lt"/>
          <a:ea typeface="+mn-ea"/>
          <a:cs typeface="+mn-cs"/>
        </a:defRPr>
      </a:lvl2pPr>
      <a:lvl3pPr marL="1370800" indent="-2741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78" kern="1200">
          <a:solidFill>
            <a:schemeClr val="tx1"/>
          </a:solidFill>
          <a:latin typeface="+mn-lt"/>
          <a:ea typeface="+mn-ea"/>
          <a:cs typeface="+mn-cs"/>
        </a:defRPr>
      </a:lvl3pPr>
      <a:lvl4pPr marL="1919120" indent="-2741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67440" indent="-2741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15760" indent="-274160" algn="l" defTabSz="10966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564080" indent="-274160" algn="l" defTabSz="10966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112400" indent="-274160" algn="l" defTabSz="10966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660720" indent="-274160" algn="l" defTabSz="10966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1pPr>
      <a:lvl2pPr marL="54832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3pPr>
      <a:lvl4pPr marL="164496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4pPr>
      <a:lvl5pPr marL="219328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5pPr>
      <a:lvl6pPr marL="274160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6pPr>
      <a:lvl7pPr marL="328992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7pPr>
      <a:lvl8pPr marL="383824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8pPr>
      <a:lvl9pPr marL="4386560" algn="l" defTabSz="1096640" rtl="0" eaLnBrk="1" latinLnBrk="0" hangingPunct="1">
        <a:defRPr sz="21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0203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</a:ln>
      </a:spPr>
      <a:bodyPr wrap="square" anchor="ctr" anchorCtr="1">
        <a:spAutoFit/>
      </a:bodyPr>
      <a:lstStyle>
        <a:defPPr algn="ctr">
          <a:lnSpc>
            <a:spcPct val="150000"/>
          </a:lnSpc>
          <a:defRPr sz="1400"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Arial</vt:lpstr>
      <vt:lpstr>Calibri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DREA07于友坤</dc:creator>
  <cp:lastModifiedBy>DPFB03高昆</cp:lastModifiedBy>
  <cp:revision>8</cp:revision>
  <dcterms:created xsi:type="dcterms:W3CDTF">2025-04-28T03:59:45Z</dcterms:created>
  <dcterms:modified xsi:type="dcterms:W3CDTF">2026-01-29T08:11:38Z</dcterms:modified>
</cp:coreProperties>
</file>