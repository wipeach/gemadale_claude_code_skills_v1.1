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现代幸福厨房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2024+ 创新产品与供应链推荐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上海金地采购部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2026年02月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01 筛选口径与方法论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02 幸福厨房五大理念与一体化架构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03 A区：整体空间与一体化集成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04 B区：智能烹饪区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05 C区：清洁收纳区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06 D区：环境与材料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07 供应商资源矩阵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08 方案落地组合包推荐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09 数据来源与附录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筛选口径与方法论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筛选标准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时间范围：2024年至今发布/量产产品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产品阶段：已上市 / 刚量产 / 概念阶段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创新性：技术突破/模式创新/材料革新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可落地性：供应链完善、工程案例丰富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数据来源：多源交叉验证（官网/展会/权威媒体）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46304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评价维度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技术创新性（传感器/算法/材料）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集成能力（系统联动/空间优化）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健康安全（抗菌/环保/低VOC）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用户体验（易用性/智能化/美观）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● 供应链稳定性（品牌/产能/交付）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幸福厨房五大理念 + 一体化架构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33333"/>
                </a:solidFill>
              </a:defRPr>
            </a:pPr>
            <a:r>
              <a:t>幸福厨房五大理念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①一体化集成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②智能场景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③健康安全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④灵活可变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⑤美学永续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33333"/>
                </a:solidFill>
              </a:defRPr>
            </a:pPr>
            <a:r>
              <a:t>天地门墙柜燃电一体化架构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天：吊顶系统、烟道排风、照明集成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地：地柜、地台、水电气暗埋集成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门：智能移门、折叠门、可变隔断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墙：墙板、背景墙、储物墙一体化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柜：地柜、吊柜、高柜、岛台集成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燃：燃气灶、集成灶、燃气管道安全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• 电：智能电器、电力布局、智能控制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A. 整体空间与一体化集成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天地门墙柜燃电一体化、模块化、装配式、系统集成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1. 门墙柜一体化整装定制成为主流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2. 装配式模块化厨房实现快速搭建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3. 可变空间设计实现开放/封闭切换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A. 整体空间与一体化集成 - 产品推荐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欧派门墙柜一体化整家定制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全屋一体化空间解决方案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标签：①一体化集成 | ⑤美学永续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创新：通过门墙柜整体配设计，实现厨房、衣柜、浴室、门窗等家具的统一协调；门墙柜自制交付优势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理由：一体化设计确保风格统一，降低沟通成本，提升交付效率...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智小金 MetaBox 模块化厨房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集模块化、装配式为一体的智能收纳系统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标签：①一体化集成 | ④灵活可变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创新：能与厨柜/衣柜/墙板完美嵌合，实现科技融于家居；装配式设计支持快速安装与拆卸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理由：模块化设计让厨房像乐高一样灵活组合，满足不同户型需求...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可变隔断系统（折叠门/滑移岛台）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开放与封闭模式自由切换的空间方案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标签：④灵活可变 | ①一体化集成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创新：折叠门、滑移岛台使厨房可在开放共享与封闭专注两种模式间切换；无下轨设计便于清洁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阶段：已量产  |  理由：解决中式烹饪油烟问题，同时保持社交属性...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B. 智能烹饪区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AI/IoT联动：灶烟蒸烤冰箱、AI菜谱与流程自动化、视觉识别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1. AI烹饪大模型实现个性化菜谱推荐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2. 烟灶蒸烤一体化联动控制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3. 视觉识别技术实现食材智能检测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B. 智能烹饪区 - 产品推荐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老板电器 AI烹饪大模型「食神」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全球首个烹饪垂直领域AI大模型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标签：②智能场景 | ①一体化集成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创新：AI烟灶联动系统，自动火候控制；支持200+智能菜谱；全链路烹饪解决方案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理由：AI让烹饪更简单，新手也能做出大师级菜品...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方太集成烹饪中心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烟灶蒸烤一体化的高端烹饪解决方案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标签：①一体化集成 | ②智能场景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创新：一体集成油烟机、燃气灶、蒸烤箱等多种功能；上排集成设计节省空间；AI智能菜谱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理由：一机多用，完美解决小户型厨房空间不足问题...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华帝 AI智慧集成烹饪中心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集成烟灶区域与蒸烤区域的智能烹饪系统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标签：②智能场景 | ①一体化集成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创新：双腔蒸烤一体机，可同时进行蒸和烤；AI联动控制；跨设备智能协同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理由：双腔设计大幅提升烹饪效率，蒸烤同时进行...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C. 清洁收纳区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洗碗/净水/水槽/垃圾处理/收纳五金与智能整理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1. 水槽式洗碗机成为中式厨房新选择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2. AI双面洗技术解决中餐重油污问题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3. 抗菌水槽与智能净水一体化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C. 清洁收纳区 - 产品推荐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方太水槽洗碗机（高能气泡洗）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专为中餐设计的三合一水槽洗碗机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标签：③健康安全 | ①一体化集成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创新：高能气泡洗技术，更适合中国家庭；水槽与洗碗机融合，节省空间；一机三用（水槽+洗碗+净洗）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理由：完美适配中式厨房，解决重油污清洗难题...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海尔AI双面洗洗碗机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专利H型中喷淋臂双面洁净技术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标签：③健康安全 | ②智能场景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创新：H型中喷淋臂实现上下双面包裹式冲刷；56000Pa水压+80度蒸汽变温技术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理由：双面洗技术彻底解决中餐重油污清洗痛点...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卡萨帝抽屉式洗碗机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液力悬浮喷淋臂直连，无水压损耗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标签：③健康安全 | ⑤美学永续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创新：抽屉式设计符合人体工学；液力悬浮喷淋臂直连电机，水流强度更有保证；节能与清洗效率兼顾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理由：抽屉式设计优雅便捷，用户体验极佳...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D. 环境与材料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台面、柜体板材、墙地面、防滑抗菌易清洁、空气治理与低VOC材料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1. 零硅板材等健康环保材料成为趋势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2. 石英石/岩板台面耐污抗指纹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3. 抗菌材料在厨房空间广泛应用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</a:defRPr>
            </a:pPr>
            <a:r>
              <a:t>D. 环境与材料 - 产品推荐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磐珉零硅石英石台面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环保健康的新型石英石材料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标签：③健康安全 | ⑤美学永续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创新：零硅板材助于营造更健康的工作环境；深度融合循环材料和矿物；符合全球可持续发展标准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理由：健康环保，符合绿色建筑与可持续发展要求...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威洋高性能无机水磨石/石英石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纯无机基因的高端装饰材料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标签：③健康安全 | ⑤美学永续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创新：含有天然石英质类材料；常用于厨房卫生间台面板、墙面地面铺贴；耐污抗指纹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理由：耐久性强，维护成本低，适合高频使用场景...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</a:defRPr>
            </a:pPr>
            <a:r>
              <a:t>欧派低VOC环保柜体板材</a:t>
            </a:r>
          </a:p>
          <a:p>
            <a:pPr>
              <a:spcAft>
                <a:spcPts val="600"/>
              </a:spcAft>
              <a:defRPr sz="1200" i="1">
                <a:solidFill>
                  <a:srgbClr val="666666"/>
                </a:solidFill>
              </a:defRPr>
            </a:pPr>
            <a:r>
              <a:t>绿色环保的全屋定制板材</a:t>
            </a:r>
          </a:p>
          <a:p>
            <a:pPr>
              <a:spcAft>
                <a:spcPts val="600"/>
              </a:spcAft>
              <a:defRPr sz="1100">
                <a:solidFill>
                  <a:srgbClr val="0066CC"/>
                </a:solidFill>
              </a:defRPr>
            </a:pPr>
            <a:r>
              <a:t>标签：③健康安全 | ⑤美学永续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创新：系统构建绿色家居产业链；产品绿色全生命周期管理；废气、噪声排放全部达标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t>阶段：已上市  |  理由：从源头控制室内空气污染，守护家人健康...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供应商资源矩阵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品类          供应商名称                                      级别        核心优势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A. 整体空间与一体化集成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欧派家居                            国内高端          上市公司，全屋定制龙头，门墙柜一体化交付能力强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索菲亚                             国内一线          定制家居领军品牌，整家定制解决方案完善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志邦家居                            国内一线          橱衣双品牌统一，全屋定制经验丰富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金牌厨柜                            国内一线          专注于厨柜领域，工程案例丰富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海尔全屋家居                          国内知名          家电与家居深度融合优势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B. 智能烹饪区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老板电器                            国内高端          厨电行业龙头，AI烹饪技术领先，工程案例丰富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方太                              国内高端          高端厨电领导品牌，集成烹饪中心开创者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华帝                              国内一线          厨电三强之一，智能化转型成果显著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83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COLMO                           国际高端          美的集团高端品牌，AI科技家电标杆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086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博世家电                            国际高端          德系精工，嵌入式厨电技术领先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589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C. 清洁收纳区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8046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方太                              国内高端          水槽洗碗机品类开创者，技术专利丰富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8549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海尔智家                            国内一线          双面洗技术专利，洗碗机市场份额领先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052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西门子家电                           国际高端          洗碗机技术领先，品质可靠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9555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卡萨帝                             国内高端          海尔高端品牌，抽屉式洗碗机创新者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0058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美的                              国内一线          性价比高，产品线丰富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0561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</a:defRPr>
            </a:pPr>
            <a:r>
              <a:t>D. 环境与材料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1018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磐珉新材                            国内知名          石英石专业供应商，零硅板材技术领先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152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威洋石材                            国内知名          石英石和人造石专业制造商，工程经验丰富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202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LX Hausys（VIATERA）              国际高端          韩系品牌，石英石台面质量优异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1252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欧派家居                            国内高端          环保板材供应链完善，全生命周期管理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303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        兔宝宝                             国内知名          环保板材龙头，E0/ENF级标准引领者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方案落地组合包推荐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6699CC"/>
                </a:solidFill>
              </a:defRPr>
            </a:pPr>
            <a:r>
              <a:t>轻量升级包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333333"/>
                </a:solidFill>
              </a:defRPr>
            </a:pPr>
            <a:r>
              <a:t>预算：3-5万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</a:defRPr>
            </a:pPr>
            <a:r>
              <a:t>基础智能化改造，适合存量房升级</a:t>
            </a:r>
          </a:p>
          <a:p>
            <a:pPr>
              <a:spcAft>
                <a:spcPts val="500"/>
              </a:spcAft>
              <a:defRPr sz="1200" b="1">
                <a:solidFill>
                  <a:srgbClr val="333333"/>
                </a:solidFill>
              </a:defRPr>
            </a:pPr>
            <a:r>
              <a:t>核心配置：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基础智能烟灶联动套装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水槽式洗碗机（方太/海尔）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普通石英石台面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基础收纳五金升级</a:t>
            </a:r>
          </a:p>
          <a:p>
            <a:br/>
            <a:pPr>
              <a:defRPr sz="1000" i="1">
                <a:solidFill>
                  <a:srgbClr val="999999"/>
                </a:solidFill>
              </a:defRPr>
            </a:pPr>
            <a:r>
              <a:t>适用：存量房改造、预算有限项目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9966CC"/>
                </a:solidFill>
              </a:defRPr>
            </a:pPr>
            <a:r>
              <a:t>中配智能包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333333"/>
                </a:solidFill>
              </a:defRPr>
            </a:pPr>
            <a:r>
              <a:t>预算：8-12万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</a:defRPr>
            </a:pPr>
            <a:r>
              <a:t>智能化与一体化并重，适合新建项目</a:t>
            </a:r>
          </a:p>
          <a:p>
            <a:pPr>
              <a:spcAft>
                <a:spcPts val="500"/>
              </a:spcAft>
              <a:defRPr sz="1200" b="1">
                <a:solidFill>
                  <a:srgbClr val="333333"/>
                </a:solidFill>
              </a:defRPr>
            </a:pPr>
            <a:r>
              <a:t>核心配置：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集成烹饪中心（方太/老板）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嵌入式洗碗机（海尔/西门子）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标准石英石台面+环保板材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可移门隔断系统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净水设备（科勒/方太）</a:t>
            </a:r>
          </a:p>
          <a:p>
            <a:br/>
            <a:pPr>
              <a:defRPr sz="1000" i="1">
                <a:solidFill>
                  <a:srgbClr val="999999"/>
                </a:solidFill>
              </a:defRPr>
            </a:pPr>
            <a:r>
              <a:t>适用：新建精装房、改善型项目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CC6666"/>
                </a:solidFill>
              </a:defRPr>
            </a:pPr>
            <a:r>
              <a:t>旗舰一体化包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333333"/>
                </a:solidFill>
              </a:defRPr>
            </a:pPr>
            <a:r>
              <a:t>预算：15-25万</a:t>
            </a:r>
          </a:p>
          <a:p>
            <a:pPr>
              <a:spcAft>
                <a:spcPts val="1000"/>
              </a:spcAft>
              <a:defRPr sz="1100">
                <a:solidFill>
                  <a:srgbClr val="666666"/>
                </a:solidFill>
              </a:defRPr>
            </a:pPr>
            <a:r>
              <a:t>全屋一体化+AI智能，高端定位</a:t>
            </a:r>
          </a:p>
          <a:p>
            <a:pPr>
              <a:spcAft>
                <a:spcPts val="500"/>
              </a:spcAft>
              <a:defRPr sz="1200" b="1">
                <a:solidFill>
                  <a:srgbClr val="333333"/>
                </a:solidFill>
              </a:defRPr>
            </a:pPr>
            <a:r>
              <a:t>核心配置：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门墙柜一体化定制（欧派/索菲亚）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AI烹饪大系统（老板食神+集成烹饪中心）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高端洗碗机（卡萨帝/西门子）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零硅石英石/岩板台面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全屋智能净水系统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• 可变空间系统（折叠门+滑移岛台）</a:t>
            </a:r>
          </a:p>
          <a:p>
            <a:br/>
            <a:pPr>
              <a:defRPr sz="1000" i="1">
                <a:solidFill>
                  <a:srgbClr val="999999"/>
                </a:solidFill>
              </a:defRPr>
            </a:pPr>
            <a:r>
              <a:t>适用：高端豪宅、旗舰项目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数据来源与附录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数据来源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【企业官方】老板电器、方太、华帝、欧派、索菲亚等官网及新闻稿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【行业展会】2024中国家电及消费电子博览会（AWE）、中国厨卫展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【权威媒体】新浪地产、腾讯新闻、新华网家电频道等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【行业报告】2024中国家电零售与创新白皮书、厨电行业报告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【行业协会】中国家用电器协会、中国建筑卫生陶瓷协会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重要说明：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本PPT所列产品信息均基于2024年公开资料整理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具体产品参数、价格、供货周期请以供应商最新报价为准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建议在采购前进行供应商实地考察与样品确认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99999"/>
                </a:solidFill>
              </a:defRPr>
            </a:pPr>
            <a:r>
              <a:t>免责声明：本报告仅供参考，不构成任何采购承诺或法律约束。实际采购决策请结合项目具体情况进行综合评估。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