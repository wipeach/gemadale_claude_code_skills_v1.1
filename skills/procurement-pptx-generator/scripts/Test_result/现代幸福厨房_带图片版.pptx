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现代幸福厨房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2024+ 创新产品与供应链推荐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上海金地采购部 | 2026年02月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目录与方法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33333"/>
                </a:solidFill>
              </a:defRPr>
            </a:pPr>
            <a:r>
              <a:t>筛选口径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● 时间：2024年至今发布/量产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● 阶段：已上市/刚量产/概念阶段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● 创新：技术突破/模式创新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● 落地：供应链完善、案例丰富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● 来源：官网/展会/权威媒体多源验证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33333"/>
                </a:solidFill>
              </a:defRPr>
            </a:pPr>
            <a:r>
              <a:t>PPT结构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03. 幸福厨房五大理念总览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04-05. A区：整体空间与一体化集成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06-07. B区：智能烹饪区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08-09. C区：清洁收纳区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10-11. D区：环境与材料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12. 供应商资源矩阵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13. 方案落地组合包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14-16. 附录与来源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幸福厨房五大理念 + 一体化架构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幸福厨房五大理念</a:t>
            </a:r>
          </a:p>
          <a:p>
            <a:pPr>
              <a:spcAft>
                <a:spcPts val="400"/>
              </a:spcAft>
              <a:defRPr sz="1500">
                <a:solidFill>
                  <a:srgbClr val="0066CC"/>
                </a:solidFill>
              </a:defRPr>
            </a:pPr>
            <a:r>
              <a:t>①一体化集成</a:t>
            </a:r>
          </a:p>
          <a:p>
            <a:pPr>
              <a:spcAft>
                <a:spcPts val="400"/>
              </a:spcAft>
              <a:defRPr sz="1500">
                <a:solidFill>
                  <a:srgbClr val="0066CC"/>
                </a:solidFill>
              </a:defRPr>
            </a:pPr>
            <a:r>
              <a:t>②智能场景</a:t>
            </a:r>
          </a:p>
          <a:p>
            <a:pPr>
              <a:spcAft>
                <a:spcPts val="400"/>
              </a:spcAft>
              <a:defRPr sz="1500">
                <a:solidFill>
                  <a:srgbClr val="0066CC"/>
                </a:solidFill>
              </a:defRPr>
            </a:pPr>
            <a:r>
              <a:t>③健康安全</a:t>
            </a:r>
          </a:p>
          <a:p>
            <a:pPr>
              <a:spcAft>
                <a:spcPts val="400"/>
              </a:spcAft>
              <a:defRPr sz="1500">
                <a:solidFill>
                  <a:srgbClr val="0066CC"/>
                </a:solidFill>
              </a:defRPr>
            </a:pPr>
            <a:r>
              <a:t>④灵活可变</a:t>
            </a:r>
          </a:p>
          <a:p>
            <a:pPr>
              <a:spcAft>
                <a:spcPts val="400"/>
              </a:spcAft>
              <a:defRPr sz="1500">
                <a:solidFill>
                  <a:srgbClr val="0066CC"/>
                </a:solidFill>
              </a:defRPr>
            </a:pPr>
            <a:r>
              <a:t>⑤美学永续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天地门墙柜燃电一体化架构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天：吊顶系统、烟道排风、照明集成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地：地柜、地台、水电气暗埋集成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门：智能移门、折叠门、可变隔断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墙：墙板、背景墙、储物墙一体化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柜：地柜、吊柜、高柜、岛台集成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燃：燃气灶、集成灶、燃气管道安全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电：智能电器、电力布局、智能控制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A. 整体空间与一体化集成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天地门墙柜燃电一体化、模块化、装配式、系统集成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门墙柜一体化整装定制成为2024主流趋势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装配式模块化厨房实现快速搭建与灵活组合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可变空间设计（折叠门/滑移岛台）实现开放/封闭切换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欧派门墙柜一体化整家定制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全屋一体化空间解决方案领导者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标签：①一体化集成 | ⑤美学永续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门墙柜整体配设计，实现厨房、衣柜、浴室、门窗等家具的统一协调；采用符合欧洲环保标准的进口板材；业内独有的集成设计系统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阶段与参数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参数：覆盖全屋8大空间，客单值超5万，4800+门店服务全球...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推荐理由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一体化设计确保风格统一，降低沟通成本，28年定制家居经验值得信赖...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来源：欧派官网 www.oppein.com | 2024年整家定制2.0...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智小金 MetaBox 模块化厨房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集模块化、装配式为一体的智能收纳系统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标签：①一体化集成 | ④灵活可变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能与厨柜/衣柜/墙板完美嵌合；装配式设计支持快速安装与拆卸；科技融于家居的设计理念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阶段与参数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参数：模块化设计，支持多种组合方式，可灵活扩展...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推荐理由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模块化设计让厨房像乐高一样灵活组合，满足不同户型和未来变化需求...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来源：智小金2022年发布 | 装配式建筑技术规程...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可变隔断系统（折叠门/滑移岛台）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开放与封闭模式自由切换的空间解决方案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标签：④灵活可变 | ①一体化集成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四联动互推拉技术、无下轨设计便于清洁；折叠门、滑移岛台使厨房可在开放共享与封闭专注两种模式间切换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阶段与参数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阶段：已量产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参数：四联动互推拉、无下轨设计、左右两边无固定扇...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推荐理由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完美解决中式烹饪油烟问题，同时保持现代厨房的社交属性...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来源：2024大家居材艺趋势白皮书 | 2025年温岭市幼儿园应用案例...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B. 智能烹饪区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AI/IoT联动：灶烟蒸烤冰箱、AI菜谱与流程自动化、视觉识别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2024被称为中国厨电产业AI元年，头部企业纷纷推出AI大模型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烟灶蒸烤一体化联动控制成为高端厨房标配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视觉识别与AI菜谱推荐实现个性化烹饪体验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老板电器 AI烹饪大模型「食神」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全球首个烹饪垂直领域AI大模型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标签：②智能场景 | ①一体化集成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AI烟灶联动系统，自动火候控制；双平台（小程序/APP）；2024年已形成商业闭环；支持200+智能菜谱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阶段与参数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参数：双平台支持，2024年营收112亿元，AI注入强劲动能...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推荐理由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AI让烹饪更简单，新手也能做出大师级菜品，已实现大规模商业化...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来源：老板电器2024年发布会 | AWE2024 | 2024年营收公告...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方太集成烹饪中心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烟灶蒸烤一体化的高端烹饪解决方案开创者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标签：①一体化集成 | ②智能场景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2019年首创集成烹饪中心品类；一体集成油烟机、燃气灶、蒸烤箱；上排集成设计节省空间；10㎡以上厨房套系销售占比63%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阶段与参数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参数：10㎡以上厨房场景，套系销售占比63%...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推荐理由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一机多用，完美解决小户型厨房空间不足问题，行业开创者技术成熟...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来源：方太官网 | AWE2024 | 2025中国厨电三强格局报告...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C. 清洁收纳区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洗碗/净水/水槽/垃圾处理/收纳五金与智能整理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水槽式洗碗机成为中式厨房新选择，解决空间痛点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AI双面洗技术专利，解决中餐重油污清洗难题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抗菌水槽与智能净水一体化，健康厨房标配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方太水槽洗碗机（高能气泡洗）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专为中餐设计的三合一水槽洗碗机品类开创者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标签：③健康安全 | ①一体化集成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高能气泡洗技术，更适合中国家庭重油污；水槽与洗碗机融合，节省空间；一机三用（水槽+洗碗+净洗）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阶段与参数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参数：净水流量2.1L/min，额定功率98W，尺寸400*155*380mm...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推荐理由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完美适配中式厨房，解决重油污清洗难题，空间利用率高...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来源：方太官网 | 2024年度质量诚信报告 | KBIS2024...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海尔AI双面洗洗碗机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专利H型中喷淋臂双面洁净技术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标签：③健康安全 | ②智能场景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首创H型中喷淋臂实现上下双面包裹式冲刷；56000Pa水压+80度蒸汽变温技术；针对中餐重油问题优化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阶段与参数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参数：双面洗技术，洗净率提升30%，专利H型喷淋臂...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推荐理由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双面洗技术彻底解决中餐重油污清洗痛点，洗净率行业领先...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来源：海尔AWE2024 | 2024洗碗机选购指南 | 洗碗机行业报告...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卡萨帝抽屉式洗碗机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液力悬浮喷淋臂直连，无水压损耗的高端洗碗机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标签：③健康安全 | ⑤美学永续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抽屉式设计符合人体工学；液力悬浮喷淋臂直连电机；独立控制双抽屉系统，可同时运行不同程序；iF设计奖获奖产品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阶段与参数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参数：大16套碗盘，变频电机节能高效，钛金外观...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推荐理由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抽屉式设计优雅便捷，用户体验极佳，高端定位匹配豪宅项目...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来源：卡萨帝iF设计奖 | IFA2024 | 2024家电零售白皮书...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D. 环境与材料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台面、柜体板材、墙地面、防滑抗菌易清洁、空气治理与低VOC材料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零硅板材等健康环保材料成为2024新趋势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石英石/岩板台面耐污抗指纹，易维护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抗菌材料在厨房空间广泛应用，健康厨房标配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磐珉新材零硅石英石台面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环保健康的新型石英石材料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标签：③健康安全 | ⑤美学永续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零硅板材助于营造更健康的工作环境；深度融合循环材料和矿物；符合全球可持续发展标准；2024年产品目录发布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阶段与参数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参数：低VOC、环保等级E0级以上，2024产品目录...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推荐理由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健康环保，符合绿色建筑与可持续发展要求，适合高端项目...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来源：磐珉2024石英石产品目录 | 可持续发展报告...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威洋高性能无机水磨石/石英石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纯无机基因的高端装饰材料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标签：③健康安全 | ⑤美学永续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含有天然石英质类材料；常用于厨房卫生间台面板、墙面地面铺贴；耐污抗指纹；2025年新产品发布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阶段与参数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参数：耐污、耐高温、易清洁，2025高性能无机水磨石...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推荐理由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耐久性强，维护成本低，适合高频使用场景，性价比优异...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来源：威洋石材2025新品 | 威洋高性能无机水磨石产品介绍...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供应商资源矩阵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79"/>
            <a:ext cx="8321040" cy="41148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  A. 整体空间与一体化集成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欧派家居(603833.SH)            国内高端        上市公司，全屋定制龙头，门墙柜一体化交付能力强，4800+门店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索菲亚                        国内一线        定制家居领军品牌，整家定制解决方案完善，数字化工厂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志邦家居(603801.SH)            国内一线        橱衣双品牌统一，全屋定制经验丰富，工程案例多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金牌厨柜                       国内一线        专注于厨柜领域，工程案例丰富，品质稳定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海尔全屋家居                     国内知名        家电与家居深度融合优势，智能生态完整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657599"/>
            <a:ext cx="8321040" cy="41148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  B. 智能烹饪区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老板电器                       国内高端        厨电行业龙头，AI烹饪技术领先，2024营收112亿，工程案例丰富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方太                         国内高端        高端厨电领导品牌，集成烹饪中心开创者，10㎡+厨房占比63%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华帝                         国内一线        厨电三强之一，2024营收44.3亿，智能化转型成果显著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COLMO                      国内高端        美的集团高端品牌，AI科技家电标杆，IFA2024亮相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博世家电                       国际高端        德系精工，嵌入式厨电技术领先，品质可靠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217919"/>
            <a:ext cx="8321040" cy="41148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  C. 清洁收纳区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629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方太                         国内高端        水槽洗碗机品类开创者，高能气泡洗技术专利，2024行业高峰论坛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7040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海尔智家                       国内一线        双面洗技术专利，洗碗机市场份额领先，AWE2024新品W5000Max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7452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西门子家电                      国际高端        洗碗机技术领先，品质可靠，精工品质，品牌认知度高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863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卡萨帝                        国内高端        海尔高端品牌，抽屉式洗碗机创新者，iF设计奖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8275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美的                         国内一线        性价比高，产品线丰富，产能充足，交付稳定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8778239"/>
            <a:ext cx="8321040" cy="41148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87782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  D. 环境与材料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9189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磐珉新材                       国内知名        石英石专业供应商，零硅板材技术领先，2024产品目录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9601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威洋石材                       国内知名        石英石和人造石专业制造商，工程经验丰富，2025新品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10012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LX Hausys(VIATERA)         国际中高端       韩系品牌，石英石台面质量优异，国际品质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0424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欧派家居                       国内高端        环保板材供应链完善，全生命周期管理，E0级标准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0835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兔宝宝                        国内知名        环保板材龙头，E0/ENF级标准引领者，品牌认知度高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方案落地组合包推荐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743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6699CC"/>
                </a:solidFill>
              </a:defRPr>
            </a:pPr>
            <a:r>
              <a:t>轻量升级包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333333"/>
                </a:solidFill>
              </a:defRPr>
            </a:pPr>
            <a:r>
              <a:t>预算：3-5万</a:t>
            </a:r>
          </a:p>
          <a:p>
            <a:pPr algn="ctr"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基础智能化改造，适合存量房升级</a:t>
            </a:r>
          </a:p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</a:defRPr>
            </a:pPr>
            <a:r>
              <a:t>核心配置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基础智能烟灶联动套装（华帝/万和）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水槽式洗碗机（方太入门款）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普通石英石台面（磐珉/威洋）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基础收纳五金升级（悍高/东泰）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基础净水设备（美的/安吉尔）</a:t>
            </a:r>
          </a:p>
          <a:p>
            <a:br/>
            <a:pPr>
              <a:defRPr sz="1000" i="1">
                <a:solidFill>
                  <a:srgbClr val="999999"/>
                </a:solidFill>
              </a:defRPr>
            </a:pPr>
            <a:r>
              <a:t>适用：存量房改造、预算有限项目、租赁住房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2743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9966CC"/>
                </a:solidFill>
              </a:defRPr>
            </a:pPr>
            <a:r>
              <a:t>中配智能包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333333"/>
                </a:solidFill>
              </a:defRPr>
            </a:pPr>
            <a:r>
              <a:t>预算：8-12万</a:t>
            </a:r>
          </a:p>
          <a:p>
            <a:pPr algn="ctr"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智能化与一体化并重，适合新建项目</a:t>
            </a:r>
          </a:p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</a:defRPr>
            </a:pPr>
            <a:r>
              <a:t>核心配置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集成烹饪中心（方太/老板中端款）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嵌入式洗碗机（海尔/美的中端款）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标准石英石台面+环保板材（欧派E0级）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可移门隔断系统（国产四联动）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净水设备（科勒/方太中端款）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智能收纳系统（基础模块化）</a:t>
            </a:r>
          </a:p>
          <a:p>
            <a:br/>
            <a:pPr>
              <a:defRPr sz="1000" i="1">
                <a:solidFill>
                  <a:srgbClr val="999999"/>
                </a:solidFill>
              </a:defRPr>
            </a:pPr>
            <a:r>
              <a:t>适用：新建精装房、改善型项目、中端商品房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188720"/>
            <a:ext cx="2743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CC6666"/>
                </a:solidFill>
              </a:defRPr>
            </a:pPr>
            <a:r>
              <a:t>旗舰一体化包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333333"/>
                </a:solidFill>
              </a:defRPr>
            </a:pPr>
            <a:r>
              <a:t>预算：15-25万</a:t>
            </a:r>
          </a:p>
          <a:p>
            <a:pPr algn="ctr"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全屋一体化+AI智能，高端定位</a:t>
            </a:r>
          </a:p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</a:defRPr>
            </a:pPr>
            <a:r>
              <a:t>核心配置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门墙柜一体化定制（欧派/索菲亚高端系列）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AI烹饪大系统（老板食神+方太集成烹饪中心）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高端洗碗机（卡萨帝/西门子）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零硅石英石/岩板台面（VIATERA/磐珉高端款）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全屋智能净水系统（科勒/A.O.史密斯）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可变空间系统（高端折叠门+滑移岛台）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COLMO全屋AI智能家电</a:t>
            </a:r>
          </a:p>
          <a:p>
            <a:br/>
            <a:pPr>
              <a:defRPr sz="1000" i="1">
                <a:solidFill>
                  <a:srgbClr val="999999"/>
                </a:solidFill>
              </a:defRPr>
            </a:pPr>
            <a:r>
              <a:t>适用：高端豪宅、旗舰项目、别墅项目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</a:defRPr>
            </a:pPr>
            <a:r>
              <a:t>数据来源与说明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【数据来源】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企业官方：老板电器、方太、华帝、欧派、索菲亚等官网及新闻稿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行业展会：2024AWE中国家电及消费电子博览会、KBIS2024、IFA2024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权威媒体：新浪地产、腾讯新闻、新华网、36氪等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行业报告：2024中国家电零售与创新白皮书、厨电行业报告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专业机构：中国家用电器协会、iF设计奖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【重要说明】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本PPT所列产品信息均基于2024年公开资料整理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具体产品参数、价格、供货周期请以供应商最新报价为准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建议在采购前进行供应商实地考察与样品确认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图片来源于免费图库，仅供参考，实际产品以供应商提供为准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</a:defRPr>
            </a:pPr>
            <a:r>
              <a:t>免责声明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【免责声明】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1. 本报告仅供参考，不构成任何采购承诺或法律约束。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2. 实际采购决策请结合项目具体情况进行综合评估，包括但不限于：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• 预算约束与成本效益分析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• 供应商交付能力与售后服务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• 产品适配性与工程条件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• 合同条款与风险管控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3. 所有产品信息、技术参数、价格等均以供应商官方最新发布为准。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4. 建议在采购前进行多方案比选和样品确认。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编制单位：上海金地采购部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编制日期：2026年02月02日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</a:defRPr>
            </a:pPr>
            <a:r>
              <a:t>完整来源列表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【完整来源列表】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【A区 - 整体空间与一体化集成】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欧派家居：www.oppein.com | 2024整家定制2.0 | 欧派2023可持续发展报告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智小金MetaBox：2022年发布 | 装配式建筑技术规程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可变隔断系统：2024大家居材艺趋势白皮书 | 2025年温岭市幼儿园应用案例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【B区 - 智能烹饪区】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老板电器食神AI：2024AWE | 2024年营收公告 | 2025年食神大模型发布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方太集成烹饪中心：2019年首创 | 2025厨电三强报告 | AWE2024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华帝AI智慧烹饪中心：2024产品发布会 | AWE2025报道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COLMO TURING 2.0：IFA2024 | 美的集团2024半年报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【C区 - 清洁收纳区】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方太水槽洗碗机：KBIS2024 | 2024年度质量诚信报告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海尔双面洗：AWE2024 | 2024洗碗机选购指南 | 2024洗碗机行业报告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卡萨帝抽屉式洗碗机：iF设计奖 | IFA2024 | 2024家电零售白皮书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【D区 - 环境与材料】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磐珉零硅石英石：2024石英石产品目录 | 可持续发展报告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威洋无机水磨石：2025新产品发布 | 威洋高性能无机水磨石介绍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VIATERA石英石：LX Hausys官网产品页面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欧派环保板材：2023可持续发展报告 | 绿色家居产业链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